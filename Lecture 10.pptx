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22T15:25:32.215"/>
    </inkml:context>
    <inkml:brush xml:id="br0">
      <inkml:brushProperty name="width" value="0.2" units="cm"/>
      <inkml:brushProperty name="height" value="0.2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22T15:25:32.819"/>
    </inkml:context>
    <inkml:brush xml:id="br0">
      <inkml:brushProperty name="width" value="0.2" units="cm"/>
      <inkml:brushProperty name="height" value="0.2" units="cm"/>
      <inkml:brushProperty name="color" value="#E71224"/>
      <inkml:brushProperty name="ignorePressure" value="1"/>
    </inkml:brush>
  </inkml:definitions>
  <inkml:trace contextRef="#ctx0" brushRef="#br0">0 1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17T14:28:35.140"/>
    </inkml:context>
    <inkml:brush xml:id="br0">
      <inkml:brushProperty name="width" value="0.2" units="cm"/>
      <inkml:brushProperty name="height" value="0.2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17T14:30:03.849"/>
    </inkml:context>
    <inkml:brush xml:id="br0">
      <inkml:brushProperty name="width" value="0.2" units="cm"/>
      <inkml:brushProperty name="height" value="0.2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2-17T14:30:18.129"/>
    </inkml:context>
    <inkml:brush xml:id="br0">
      <inkml:brushProperty name="width" value="0.2" units="cm"/>
      <inkml:brushProperty name="height" value="0.2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7181B-3B72-4A4E-86EE-72E9DF7768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0FDFF0-F7B1-4A7E-B17A-6196095D6B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55E46-DB2D-4DD4-AD38-DC33D34FB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77C8-D758-4E66-A28D-BEC3935A5FB6}" type="datetimeFigureOut">
              <a:rPr lang="en-US" smtClean="0"/>
              <a:t>12/22/2020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6F05E-0DFE-4486-A9FA-96B29318C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8B7B4-C18F-4311-AF0C-1366B9C2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2F4DD-04DA-4364-BA85-32E2048A5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67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83B19-A1A9-4107-8336-07E0D4633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2935B-CCC6-4D29-B1F1-DD53769CB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1C121-28B9-44C1-870F-5A54B02E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77C8-D758-4E66-A28D-BEC3935A5FB6}" type="datetimeFigureOut">
              <a:rPr lang="en-US" smtClean="0"/>
              <a:t>12/22/2020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F7765-A646-4B68-9AB9-8AA1359C3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12359-B93E-4841-91A9-BA67F30CB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2F4DD-04DA-4364-BA85-32E2048A5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182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B0F42-05C7-4700-B1C7-EC0F71B7D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B8200-99FB-4D6B-A9EB-D7390C115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4091D-E276-4C73-B33A-DC1077CDE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77C8-D758-4E66-A28D-BEC3935A5FB6}" type="datetimeFigureOut">
              <a:rPr lang="en-US" smtClean="0"/>
              <a:t>12/22/2020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00611-6400-4CBF-BE8C-138DEFC77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A88B4-869F-4107-B14A-4A186AF4F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2F4DD-04DA-4364-BA85-32E2048A5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956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AE0EE-76A6-4F3D-8AF3-9769EE04C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D888E-747B-4511-A31F-16B87E3E75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BE3018-D31F-4B2B-B9A3-D739129AA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7CC76-AF21-4B0F-B605-E30F6FD05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77C8-D758-4E66-A28D-BEC3935A5FB6}" type="datetimeFigureOut">
              <a:rPr lang="en-US" smtClean="0"/>
              <a:t>12/22/2020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9D6A7-4E2F-4E89-8E26-2C867D3BC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7909F-5B6B-4730-8B08-F7CEB9F27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2F4DD-04DA-4364-BA85-32E2048A5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681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4B636-1014-458C-B066-0FA170891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E16A7-BCB4-47B4-B711-DEEAC3CCB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549CEE-6077-4228-88C8-F8854C398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F475A2-E21D-435E-B9D1-1BC8FF9E3E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C1DA75-9CB2-4FCA-895C-FF2B3F7EB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3171D6-DA0A-4DB8-A90A-DFA95A636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77C8-D758-4E66-A28D-BEC3935A5FB6}" type="datetimeFigureOut">
              <a:rPr lang="en-US" smtClean="0"/>
              <a:t>12/22/2020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D8EDFE-36B5-471F-810C-3C969F71C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B7E68E-A73A-42F3-A96C-48F1E0A9D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2F4DD-04DA-4364-BA85-32E2048A5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453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F12DE-5005-48C4-A65D-D6266D218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606006-199F-45D6-83FB-4A848F09D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77C8-D758-4E66-A28D-BEC3935A5FB6}" type="datetimeFigureOut">
              <a:rPr lang="en-US" smtClean="0"/>
              <a:t>12/22/2020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A9401B-79D0-42E4-AF7E-88CAB4B59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D0500-2381-4027-B341-723017F3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2F4DD-04DA-4364-BA85-32E2048A5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71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9BF15-2B27-4DB3-9239-A3ECA8B46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77C8-D758-4E66-A28D-BEC3935A5FB6}" type="datetimeFigureOut">
              <a:rPr lang="en-US" smtClean="0"/>
              <a:t>12/22/2020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7A91DA-9787-4350-B072-CA235A96B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0E95E-58A2-4B76-921C-F1C617E3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2F4DD-04DA-4364-BA85-32E2048A5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168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FC932-331D-48FE-983E-FC9C4C92C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97A84-BB98-4A6A-BC1A-50A33F3F3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366A8C-8125-4E56-8680-8AA4C5178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EBB4A9-A0C2-46AE-BDA0-B1A8EC1BC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77C8-D758-4E66-A28D-BEC3935A5FB6}" type="datetimeFigureOut">
              <a:rPr lang="en-US" smtClean="0"/>
              <a:t>12/22/2020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A144CA-5B82-477D-B199-E47B903A7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5FC99-D5C1-422C-B4BC-E19592489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2F4DD-04DA-4364-BA85-32E2048A5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612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E3E42-C7C8-4D96-9B74-399297EEA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EF44E0-CE94-4F60-8654-8EDE9660E7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C603D7-A64A-4944-8EED-EBAD408B4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0E765E-3D60-4458-A38C-F51302A63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77C8-D758-4E66-A28D-BEC3935A5FB6}" type="datetimeFigureOut">
              <a:rPr lang="en-US" smtClean="0"/>
              <a:t>12/22/2020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D0C2D0-C824-4DEF-A305-E1D5463A6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8FD305-019B-4301-9890-9EFCA9813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2F4DD-04DA-4364-BA85-32E2048A5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54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3741D-0B18-4F49-A500-5537F435A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20598A-C9B7-498C-ACD1-ABCCEC590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66215-D43E-4709-ABA5-C878A1FF3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77C8-D758-4E66-A28D-BEC3935A5FB6}" type="datetimeFigureOut">
              <a:rPr lang="en-US" smtClean="0"/>
              <a:t>12/22/2020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8B99A-6DEF-48F6-941B-010C218A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75569-DA6C-45EE-AB4F-FFB6A96AC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2F4DD-04DA-4364-BA85-32E2048A5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613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810A97-C2D1-415F-8180-092BFB273A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1EF3B6-4178-45B0-A7F1-5A951C914A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89A6A-8F93-452E-82BD-549074C8A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877C8-D758-4E66-A28D-BEC3935A5FB6}" type="datetimeFigureOut">
              <a:rPr lang="en-US" smtClean="0"/>
              <a:t>12/22/2020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AC4DF-1081-4865-A303-F6C76EE9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0BCE6-CCAE-461C-9F44-7483F10AB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2F4DD-04DA-4364-BA85-32E2048A5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208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32C68A-B627-46B0-BC4F-D57C0E5E6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892892-4787-491E-92CE-0BA6F39F1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6AD50-B655-4234-8F8C-FEE35FB2D9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0877C8-D758-4E66-A28D-BEC3935A5FB6}" type="datetimeFigureOut">
              <a:rPr lang="en-US" smtClean="0"/>
              <a:t>12/22/2020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BF983-0C1B-42B9-BE23-76527306E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503BD-206A-407A-BA28-3CCCDF404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2F4DD-04DA-4364-BA85-32E2048A5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811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5" Type="http://schemas.openxmlformats.org/officeDocument/2006/relationships/customXml" Target="../ink/ink4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99A5-BD9A-4751-B291-002C975958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Tree Method to Solve Recurrence Relation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6172B5-DBD1-44ED-829F-F8B2F0895E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Analysis of Algorithm</a:t>
            </a:r>
          </a:p>
          <a:p>
            <a:r>
              <a:rPr lang="en-US" dirty="0"/>
              <a:t>Mariha </a:t>
            </a:r>
            <a:r>
              <a:rPr lang="en-US" dirty="0" err="1"/>
              <a:t>Asad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985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7166F-2C53-4296-B246-14E32072D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47400A-1066-47E9-934B-6BD74D2D6E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2696" y="1371683"/>
            <a:ext cx="7849772" cy="5121192"/>
          </a:xfrm>
        </p:spPr>
      </p:pic>
    </p:spTree>
    <p:extLst>
      <p:ext uri="{BB962C8B-B14F-4D97-AF65-F5344CB8AC3E}">
        <p14:creationId xmlns:p14="http://schemas.microsoft.com/office/powerpoint/2010/main" val="389293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448ED-3B63-4A85-BE3F-E9512C107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AE219D-2BA9-42DB-B073-E2C638438B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898" y="1575582"/>
            <a:ext cx="7301133" cy="4917293"/>
          </a:xfr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A90D089-C653-4952-9BB9-380CBF6ED859}"/>
              </a:ext>
            </a:extLst>
          </p:cNvPr>
          <p:cNvGrpSpPr/>
          <p:nvPr/>
        </p:nvGrpSpPr>
        <p:grpSpPr>
          <a:xfrm>
            <a:off x="942425" y="1814068"/>
            <a:ext cx="360" cy="360"/>
            <a:chOff x="942425" y="1814068"/>
            <a:chExt cx="360" cy="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7CFD471-2BB9-464F-81F7-4420FF514E23}"/>
                    </a:ext>
                  </a:extLst>
                </p14:cNvPr>
                <p14:cNvContentPartPr/>
                <p14:nvPr/>
              </p14:nvContentPartPr>
              <p14:xfrm>
                <a:off x="942425" y="1814068"/>
                <a:ext cx="360" cy="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7CFD471-2BB9-464F-81F7-4420FF514E2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06425" y="1778428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2489091-E011-478D-9B40-29FA0E2D19E4}"/>
                    </a:ext>
                  </a:extLst>
                </p14:cNvPr>
                <p14:cNvContentPartPr/>
                <p14:nvPr/>
              </p14:nvContentPartPr>
              <p14:xfrm>
                <a:off x="942425" y="1814068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2489091-E011-478D-9B40-29FA0E2D19E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06425" y="1778428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69748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6B22-09F1-4A0B-9598-066DE9A40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D5EEE4-91F7-4B01-B1D5-548A9307F9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680" y="1533378"/>
            <a:ext cx="7638757" cy="4959497"/>
          </a:xfrm>
        </p:spPr>
      </p:pic>
    </p:spTree>
    <p:extLst>
      <p:ext uri="{BB962C8B-B14F-4D97-AF65-F5344CB8AC3E}">
        <p14:creationId xmlns:p14="http://schemas.microsoft.com/office/powerpoint/2010/main" val="334752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34224-B3C4-49FB-B615-BDAB81EA0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7FAE2-EA9A-4BB2-B7CB-D7114FD24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T(n) = 3T(n/4) + n</a:t>
            </a:r>
            <a:r>
              <a:rPr lang="en-US" b="1" baseline="30000" dirty="0"/>
              <a:t>2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T(1) = 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4D4639B-7A09-453A-AA8C-31C49B2D7264}"/>
                  </a:ext>
                </a:extLst>
              </p14:cNvPr>
              <p14:cNvContentPartPr/>
              <p14:nvPr/>
            </p14:nvContentPartPr>
            <p14:xfrm>
              <a:off x="5373305" y="4219588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4D4639B-7A09-453A-AA8C-31C49B2D72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37665" y="4183948"/>
                <a:ext cx="72000" cy="72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10011EB-ED2B-442C-B1DE-9C262B1296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034" y="0"/>
            <a:ext cx="10089931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766C0F1-0704-459D-BCF2-41897B72AD0C}"/>
                  </a:ext>
                </a:extLst>
              </p14:cNvPr>
              <p14:cNvContentPartPr/>
              <p14:nvPr/>
            </p14:nvContentPartPr>
            <p14:xfrm>
              <a:off x="11957345" y="3811708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766C0F1-0704-459D-BCF2-41897B72AD0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921705" y="3776068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D304C7A-AD94-484C-B4B0-A21BCA6B4F1E}"/>
                  </a:ext>
                </a:extLst>
              </p14:cNvPr>
              <p14:cNvContentPartPr/>
              <p14:nvPr/>
            </p14:nvContentPartPr>
            <p14:xfrm>
              <a:off x="12829265" y="4627828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D304C7A-AD94-484C-B4B0-A21BCA6B4F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793625" y="4592188"/>
                <a:ext cx="72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5666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1C2FB-8F5A-4837-B10C-2C31668A7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AC33A87-1BCB-4E8D-BB95-3BFC11181E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452" y="1350498"/>
            <a:ext cx="9312813" cy="5289453"/>
          </a:xfrm>
        </p:spPr>
      </p:pic>
    </p:spTree>
    <p:extLst>
      <p:ext uri="{BB962C8B-B14F-4D97-AF65-F5344CB8AC3E}">
        <p14:creationId xmlns:p14="http://schemas.microsoft.com/office/powerpoint/2010/main" val="439128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3199-56F3-4AA0-B877-AC318EF79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55847"/>
          </a:xfrm>
        </p:spPr>
        <p:txBody>
          <a:bodyPr/>
          <a:lstStyle/>
          <a:p>
            <a:pPr algn="ctr"/>
            <a:r>
              <a:rPr lang="en-US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297915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39</Words>
  <Application>Microsoft Office PowerPoint</Application>
  <PresentationFormat>Widescreen</PresentationFormat>
  <Paragraphs>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Tree Method to Solve Recurrence Relation </vt:lpstr>
      <vt:lpstr>Example 1</vt:lpstr>
      <vt:lpstr>Example 2</vt:lpstr>
      <vt:lpstr>Example 2</vt:lpstr>
      <vt:lpstr>Example 3</vt:lpstr>
      <vt:lpstr>PowerPoint Presentation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 Method to Solve Recurrence Relation </dc:title>
  <dc:creator>Mariha</dc:creator>
  <cp:lastModifiedBy>Mariha</cp:lastModifiedBy>
  <cp:revision>26</cp:revision>
  <dcterms:created xsi:type="dcterms:W3CDTF">2020-12-15T11:29:06Z</dcterms:created>
  <dcterms:modified xsi:type="dcterms:W3CDTF">2020-12-22T16:01:26Z</dcterms:modified>
</cp:coreProperties>
</file>