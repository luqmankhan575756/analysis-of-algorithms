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E33A-2515-4A4C-A1EA-67BB2D73D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55119-68B0-4512-8F65-E1F77686C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0B02-A8DD-4315-B445-84F63193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0A370-E113-409D-987B-17D40DBF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C6431-4198-4F5C-8DEC-3D9BAC7A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174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7FFD-A587-46ED-8E9D-739159A7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CF28-6521-4DAD-A549-D17817FF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D2EEF-18FF-4F3F-BC84-3B9343D3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03E79-3DF7-4BBF-A417-BE23ECE4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98ADE-E841-4A14-99DB-3B33A6A7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077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38BF-08A8-420B-B31A-4C584584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7BA6D-CA2A-43AD-983F-2ACEFFFB7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5C650-E71C-4F27-8CDE-3878B9B6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44C41-E04D-43FD-BCE3-431BBC7B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7EF2B-CB17-4B57-B415-AADB642A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57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1AEA-DD22-4C87-98B8-0540722B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DEB53-7D95-4AAC-94F4-092216C20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BB24E-BCF3-4277-871E-393336D4E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2FF6F-8C25-47FE-A480-9AEAA935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1FB95-AAE3-4C74-A4D0-39BA2D8E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3BA35-1A8C-4AA4-A4AE-0F234565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267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808D-E590-4820-B8DD-02B026AA6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2882A-4D70-4CA8-8424-8BC4F253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9F872-DCED-4DD7-97B4-D7820FC94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B7D54-A6D0-4A9B-8587-1C2C5C7FE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5447D-9708-4298-BA62-2FBF88280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3378C-2ABA-4481-8041-879BABB3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990F6-F9D4-4968-899E-937978A8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5749D-64FC-4200-9FE9-7BC08671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340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E065-5810-42DF-A77D-5ECA8976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15EAF-BEBC-4A8F-9EAE-75CC3F6B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52216-1B31-4E2B-A02A-230C6688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4569F-60F4-4C38-8E17-F49EAE87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920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F56A-41F2-453B-96F7-EF29630E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FEDDE-9CC3-48A3-BF2F-ACBCD933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BF474-0237-4124-985F-702F0454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0676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1511-EABC-4B66-9AC8-FD3A40DC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06F9E-F72E-4218-BC5E-3EB73F48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5AE91-70D1-4904-AB57-0030D07F5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13D5B-EB3B-489B-B084-02DBD522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73324-32DF-410E-A4F9-7959E39A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D4538-EA43-425B-AD37-062639FB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745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29-012A-4CE9-8CDB-99EC0906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148EF-2AFE-4AC6-8993-84B03B444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D89CC-0E7E-4891-BD0B-3E16772DD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F5441-65F1-4B81-AB94-33FD9EEF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179B8-4167-4816-8CE7-8E458905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11586-4245-4345-B6B2-428E5705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127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9998-D7A2-414E-9B51-F245773A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DAE08-ADAD-4008-9EA1-9736FC25E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29B09-C36E-430D-AF43-4DE92087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5E40B-E5FA-4EF2-A419-DAA548F0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89748-D84F-497A-8317-F57370B1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940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E3CFD-A75D-4FCC-828E-305D8E97F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D0523-6011-406D-9F72-EA6F2D063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76368-CCA4-450A-8A28-FE206DC6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CAE22-4B04-47A9-8928-FE4AA468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49E5-1C38-4F38-84FB-14408711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184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36A83-DCC7-45C3-BE94-59ABA77C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CB8B5-3B55-4BAE-9EDC-3164D66AB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E58D1-EDD5-41B6-A385-2CA59ED13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18781-9BE2-4AAF-8A47-B4B19AB71888}" type="datetimeFigureOut">
              <a:rPr lang="en-PK" smtClean="0"/>
              <a:t>10/12/2025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FF67-D038-4F43-925A-DA0E8BA51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1C55-2669-49F0-B6B8-D3DA814CF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A52A4-309B-4166-9A3F-1A0ECBC65C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50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3FB8-0569-4623-B1BB-DC7B89ADA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Algorithms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3C223-0CB7-4085-B87D-A1CEBA188B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Mariha Asad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4766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8818-7BD0-491C-98AC-38785D96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77974-B3EB-4071-8574-786B08D0C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algorithm is a procedure that takes some values, or set of values, as input and produces some value, or set of values, as output.</a:t>
            </a:r>
          </a:p>
          <a:p>
            <a:r>
              <a:rPr lang="en-US" dirty="0"/>
              <a:t>An algorithm is thus a sequence of steps that transform the input into output.</a:t>
            </a:r>
          </a:p>
          <a:p>
            <a:r>
              <a:rPr lang="en-US" dirty="0"/>
              <a:t>A good understanding of algorithms is essential for a good understanding of the most basic element of computer science: programming.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6331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666D-1C17-474E-8DA5-7F88C76F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516E9-9CEF-410D-A9C0-E5A44727D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algorithm is a mathematical entity, which is independent of a specific programming language, machine, or compiler.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F1FE4-34C1-47B9-A6F3-BBAC787D2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3092450"/>
            <a:ext cx="68103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8F7F-CC3E-47F2-B4FF-4710A222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study algorithm?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D9283-5D6C-4DCC-8C2C-E87862BC5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manage the time complexity</a:t>
            </a:r>
          </a:p>
          <a:p>
            <a:r>
              <a:rPr lang="en-US" dirty="0"/>
              <a:t>For efficiency</a:t>
            </a:r>
          </a:p>
          <a:p>
            <a:r>
              <a:rPr lang="en-US" dirty="0"/>
              <a:t>Some software/algorithms contains some complex portion (may be 10 or 100 lines) but they consume more time </a:t>
            </a:r>
          </a:p>
          <a:p>
            <a:r>
              <a:rPr lang="en-US" dirty="0"/>
              <a:t>80% of the execution time takes place in 20% of the code</a:t>
            </a:r>
          </a:p>
          <a:p>
            <a:r>
              <a:rPr lang="en-US" dirty="0"/>
              <a:t>Our purpose is best to deal with these complex portions</a:t>
            </a:r>
          </a:p>
          <a:p>
            <a:r>
              <a:rPr lang="en-US" dirty="0"/>
              <a:t>It may be very important for the success of the overall project that these sections of code be written in the most efficient manner possible.</a:t>
            </a:r>
          </a:p>
          <a:p>
            <a:r>
              <a:rPr lang="en-US" dirty="0"/>
              <a:t>We want to design good algorithms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704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7BB8-50F0-4397-9EE5-906B9E51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Properties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677A-CF99-4A93-950A-4981D8F7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and un ambiguous</a:t>
            </a:r>
          </a:p>
          <a:p>
            <a:r>
              <a:rPr lang="en-US" dirty="0"/>
              <a:t>Well defined inputs</a:t>
            </a:r>
          </a:p>
          <a:p>
            <a:r>
              <a:rPr lang="en-US" dirty="0"/>
              <a:t>Well defined outputs</a:t>
            </a:r>
          </a:p>
          <a:p>
            <a:r>
              <a:rPr lang="en-US" dirty="0"/>
              <a:t>Finite-ness</a:t>
            </a:r>
          </a:p>
          <a:p>
            <a:r>
              <a:rPr lang="en-US" dirty="0"/>
              <a:t>Feasible</a:t>
            </a:r>
          </a:p>
          <a:p>
            <a:r>
              <a:rPr lang="en-US" dirty="0"/>
              <a:t>Language independent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21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6F3BD-B272-4A8C-B805-A99D7CCE7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967" y="1111348"/>
            <a:ext cx="7019778" cy="43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6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D003-E499-49D8-A087-D077CC31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Properties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5AD3-C290-4C5F-AEA9-90DF15035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Clear and Unambiguous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Each of its steps should be clear in all aspects and must lead to only one meaning</a:t>
            </a: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Well-Defined Inputs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 should be well-defined inputs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may or may not take input</a:t>
            </a: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Well-Defined Outputs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should produce at least 1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91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600E-6CD5-4801-B121-A3642B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Properties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7CA3-F41C-4395-BE6B-D36E64084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Finite-ness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 should terminate after a finite time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Infinite loops and recursion without base condition do not produce finite algorithms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Feasible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algorithm must be simple, generic, and practical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 can be executed with the available resources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Language Independent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must be just plain instructions that can be implemented in any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87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5E1A-C580-4568-983F-1CEB8982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3643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44758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305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Nunito</vt:lpstr>
      <vt:lpstr>Office Theme</vt:lpstr>
      <vt:lpstr>Analysis of Algorithms</vt:lpstr>
      <vt:lpstr>Algorithm</vt:lpstr>
      <vt:lpstr>Algorithm</vt:lpstr>
      <vt:lpstr>Why study algorithm?</vt:lpstr>
      <vt:lpstr>Properties of Algorithm</vt:lpstr>
      <vt:lpstr>PowerPoint Presentation</vt:lpstr>
      <vt:lpstr>Properties of Algorithm</vt:lpstr>
      <vt:lpstr>Properties of Algorithm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Mariha Asad</dc:creator>
  <cp:lastModifiedBy>Mariha Asad</cp:lastModifiedBy>
  <cp:revision>20</cp:revision>
  <dcterms:created xsi:type="dcterms:W3CDTF">2021-10-12T04:03:23Z</dcterms:created>
  <dcterms:modified xsi:type="dcterms:W3CDTF">2025-10-13T06:45:42Z</dcterms:modified>
</cp:coreProperties>
</file>