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7176-4FFF-48B3-BB86-DDE90EBFC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C7BF0-F1D0-4B5A-B85E-5DE0CE355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B681F-F7FF-4A9D-ACFB-203A16E6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DD66-DD52-4505-B9FD-2B357775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50738-6556-42D4-ADF3-7F04A3F5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2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CC8F-8D5B-4242-812C-A7B3632E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38D3-BAF0-415C-B8FC-63EC20A81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F579-8A93-45DB-A408-8B38351F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AF6D0-B361-445A-BDB9-C1337713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E6B96-21C6-4789-97C4-F1B0C5BC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72D7-532C-4FBA-9C93-BFFA7F27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5C6BE-090D-4C8B-B262-B85DD86B4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8F61D-A8AE-40F3-A9C3-D93CD3F0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34DA-A7AB-4075-9C5F-3AE7FE079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2202D-66F6-413F-9C09-902D3468F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2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3E121-0014-4254-937B-A531AAB8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3D34-54EE-4E1F-ACD6-03822FF3B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96DDB-89DB-4A02-AB37-1CFF40B65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D7458-A599-4968-AAD3-94CAB52F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37CF5-FEE5-4B51-B89B-C0420F97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6F05C-DBAF-431B-9217-59AF8B2F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1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08EF-BD5D-4D2C-9FB7-3280DE2A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0F469-1607-45F8-AC0D-E90603D66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2AD1D-28A6-489A-A570-1540EB838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A2029-631D-421E-B304-4B1DEE648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5D902-FD38-4E69-ABD7-B513F1829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916ED-D7ED-48E3-BEF9-A6E40A08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D9BF5-53B1-40B8-B6DA-93971FEA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27F60-8299-4850-A592-9AF8D1AB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8744-CAC4-400C-818D-FED0DC7B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E7B3E-0574-4D65-9D22-C333CA1D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5EE13-0E70-4524-91A0-7C01C6B9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7ADEC-2713-4B25-B668-D1F9AD2B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74451-523C-4432-B2B0-E46997E6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82DC6-4A01-44D2-AF5C-71A9CE38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1CC3E-B98C-4E1F-ADED-AF2A4EDC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7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099A-78B5-485E-8608-8275D1142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2102-7BEA-4DDC-843B-259485DC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D0472-8C91-4C5A-B716-5D0147F14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8C4B1-E452-4E7F-91E1-743CDDBB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B2D74-7354-4C46-A5C0-F5BA8123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97643-CAE2-4A03-ACE8-300A0122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1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B7F0-1F2B-40E2-9F8C-42589A68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922AE-B5CF-4C9D-B21F-84DB8FB68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1A267-563A-4D31-A744-27A88C45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B6509-82CF-434C-AD9C-13B86B23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5FCE1-D005-465E-B1F0-5690AED0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E7C39-AC33-42AB-9276-390E0704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1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F585-26FE-48BD-AF8B-D03FFB8D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5FBC8-4949-4B25-9523-724373DAA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ACE8-D753-4848-87D3-6B558EBD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0FA23-1940-4F62-865D-98A6858C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3043-5B3C-47DC-9AAE-353B7042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9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BE8ED-8BF5-4BD8-B6F0-9EA32858B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BD112-537F-481F-BA0D-D49356B84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FB19F-4BA0-4E97-ADAB-6C8729E9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52DD9-023C-4E09-8234-E72ECA27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2EAA-D54A-4235-A4CB-6288DFB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4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E8487-BEDE-40C9-B1C8-962887C5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8AC3E-048D-4ED6-A293-317C99C3E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BFFA-F0FD-4421-B842-BD7E8F293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2952A-9313-45A2-88B2-96D422BE809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2B135-F046-4BB3-92E2-44F273B8F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5C4D8-4B0A-4E83-B3D7-72BAAFC81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E49B2-73CE-4258-B095-0CEAAA7D9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8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CD16-EE39-4C0C-93AC-3C97ACED5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Recurrence 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32B4C-EE6E-421E-BF4E-4D5D33F9A1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  <a:p>
            <a:r>
              <a:rPr lang="en-US"/>
              <a:t>Mariha Asa</a:t>
            </a:r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69734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EB2D-35CA-4688-9739-2C177384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EC13-195D-4602-AA25-031EB272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an equation for recursive method</a:t>
            </a:r>
          </a:p>
          <a:p>
            <a:r>
              <a:rPr lang="en-US" dirty="0"/>
              <a:t>Running time of an algorithm is represented by solving recurrence relation</a:t>
            </a:r>
          </a:p>
        </p:txBody>
      </p:sp>
    </p:spTree>
    <p:extLst>
      <p:ext uri="{BB962C8B-B14F-4D97-AF65-F5344CB8AC3E}">
        <p14:creationId xmlns:p14="http://schemas.microsoft.com/office/powerpoint/2010/main" val="413510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4D37-6C45-4FBE-95E8-7CC624A9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to build a recurrence relation of a recursive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D81AE-8B2C-4DE0-88F4-493C4AD0E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Void Test 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if(n&gt;0)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 n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Test(n-1);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1F0CC3-B37C-41C0-BFE3-956D14EFD54D}"/>
              </a:ext>
            </a:extLst>
          </p:cNvPr>
          <p:cNvSpPr/>
          <p:nvPr/>
        </p:nvSpPr>
        <p:spPr>
          <a:xfrm>
            <a:off x="7385538" y="2039815"/>
            <a:ext cx="3629465" cy="270099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Recursive method for printing counting reserve</a:t>
            </a:r>
          </a:p>
        </p:txBody>
      </p:sp>
    </p:spTree>
    <p:extLst>
      <p:ext uri="{BB962C8B-B14F-4D97-AF65-F5344CB8AC3E}">
        <p14:creationId xmlns:p14="http://schemas.microsoft.com/office/powerpoint/2010/main" val="109470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Display Counting (Tracing Tree or Recursive 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166018"/>
            <a:ext cx="8534400" cy="553958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3200" y="1295400"/>
            <a:ext cx="1676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Test(4 )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4572000"/>
            <a:ext cx="1676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Test(1 )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67200" y="3429000"/>
            <a:ext cx="1676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Test(2 )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81400" y="2362200"/>
            <a:ext cx="1676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(3 )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987955" y="5721823"/>
            <a:ext cx="1676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(0 )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006270" y="4615934"/>
            <a:ext cx="41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8329" y="3516868"/>
            <a:ext cx="32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55549" y="2396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37581" y="1657804"/>
            <a:ext cx="660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b="1" dirty="0"/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96819" y="1482067"/>
            <a:ext cx="1447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520822" y="1752600"/>
            <a:ext cx="165137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47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2" grpId="0" animBg="1"/>
      <p:bldP spid="45" grpId="0"/>
      <p:bldP spid="48" grpId="0"/>
      <p:bldP spid="50" grpId="0"/>
      <p:bldP spid="51" grpId="0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1915-E744-4A1C-A000-3EC40D72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recurrence relation of a recursive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2448B-7642-4CE9-A63A-E84B5296D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Void Test (int n)				T(n)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if(n&gt;0)				1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 n &lt;&lt; </a:t>
            </a:r>
            <a:r>
              <a:rPr lang="en-US" dirty="0" err="1"/>
              <a:t>endl</a:t>
            </a:r>
            <a:r>
              <a:rPr lang="en-US" dirty="0"/>
              <a:t>;		1</a:t>
            </a:r>
          </a:p>
          <a:p>
            <a:pPr marL="0" indent="0">
              <a:buNone/>
            </a:pPr>
            <a:r>
              <a:rPr lang="en-US" dirty="0"/>
              <a:t>		Test(n-1);				T(n-1)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AF1DA6-0223-49BA-A59E-3A85884257BC}"/>
              </a:ext>
            </a:extLst>
          </p:cNvPr>
          <p:cNvCxnSpPr>
            <a:cxnSpLocks/>
          </p:cNvCxnSpPr>
          <p:nvPr/>
        </p:nvCxnSpPr>
        <p:spPr>
          <a:xfrm>
            <a:off x="3798277" y="1927274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F6D33A-4F4D-43DD-9B02-7748947B010F}"/>
              </a:ext>
            </a:extLst>
          </p:cNvPr>
          <p:cNvCxnSpPr>
            <a:cxnSpLocks/>
          </p:cNvCxnSpPr>
          <p:nvPr/>
        </p:nvCxnSpPr>
        <p:spPr>
          <a:xfrm>
            <a:off x="4278923" y="4485250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F42FAC-E68E-4F56-BA9A-1C05174AAA70}"/>
              </a:ext>
            </a:extLst>
          </p:cNvPr>
          <p:cNvCxnSpPr>
            <a:cxnSpLocks/>
          </p:cNvCxnSpPr>
          <p:nvPr/>
        </p:nvCxnSpPr>
        <p:spPr>
          <a:xfrm>
            <a:off x="3950677" y="2893256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DC29C9-1146-47BC-9114-19E2541787D0}"/>
              </a:ext>
            </a:extLst>
          </p:cNvPr>
          <p:cNvCxnSpPr>
            <a:cxnSpLocks/>
          </p:cNvCxnSpPr>
          <p:nvPr/>
        </p:nvCxnSpPr>
        <p:spPr>
          <a:xfrm>
            <a:off x="5427784" y="3974124"/>
            <a:ext cx="9448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06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AA53-2DB8-4105-8FAD-810089C5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a recurrence relation of a recursive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8505B-549C-470D-947C-DF418C0B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T(n) = T(n-1) + 1	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dirty="0"/>
              <a:t>T(0) = 1	for base case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7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C9B2-5EC1-4247-9F90-6546A1F4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to solve recurrence relation?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B797D-FCE9-4AA7-B678-FF93E4DEE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Substitution method (back substitution)</a:t>
            </a:r>
          </a:p>
          <a:p>
            <a:pPr lvl="1"/>
            <a:r>
              <a:rPr lang="en-US" dirty="0"/>
              <a:t>It tells that how many times a recursive function is called (number of function calls)</a:t>
            </a:r>
          </a:p>
          <a:p>
            <a:r>
              <a:rPr lang="en-US" dirty="0"/>
              <a:t>Tree method</a:t>
            </a:r>
          </a:p>
          <a:p>
            <a:r>
              <a:rPr lang="en-US" dirty="0"/>
              <a:t>Master theorem</a:t>
            </a:r>
          </a:p>
        </p:txBody>
      </p:sp>
    </p:spTree>
    <p:extLst>
      <p:ext uri="{BB962C8B-B14F-4D97-AF65-F5344CB8AC3E}">
        <p14:creationId xmlns:p14="http://schemas.microsoft.com/office/powerpoint/2010/main" val="382294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2791-135C-42CD-BAE6-CDCDB3E9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Method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E5D62-1035-4891-B061-9526B503A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322364"/>
            <a:ext cx="11718388" cy="54301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T(n) = T(n-1) + 1	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dirty="0"/>
              <a:t>T(0) = 1	for base case</a:t>
            </a:r>
          </a:p>
          <a:p>
            <a:pPr marL="0" indent="0">
              <a:buNone/>
            </a:pPr>
            <a:r>
              <a:rPr lang="en-US" dirty="0"/>
              <a:t>Substituting T(n-1) in </a:t>
            </a:r>
            <a:r>
              <a:rPr lang="en-US" dirty="0">
                <a:solidFill>
                  <a:srgbClr val="FF0000"/>
                </a:solidFill>
              </a:rPr>
              <a:t>eq 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olidFill>
                  <a:srgbClr val="7030A0"/>
                </a:solidFill>
              </a:rPr>
              <a:t>T(n-2) + 1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T(n) = T(n-2) + 2</a:t>
            </a:r>
          </a:p>
          <a:p>
            <a:pPr marL="0" indent="0">
              <a:buNone/>
            </a:pPr>
            <a:r>
              <a:rPr lang="en-US" dirty="0"/>
              <a:t>Substituting T(n-2)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olidFill>
                  <a:srgbClr val="7030A0"/>
                </a:solidFill>
              </a:rPr>
              <a:t>T(n-3) + 1 </a:t>
            </a:r>
            <a:r>
              <a:rPr lang="en-US" dirty="0"/>
              <a:t>+ 2</a:t>
            </a:r>
          </a:p>
          <a:p>
            <a:pPr marL="0" indent="0">
              <a:buNone/>
            </a:pPr>
            <a:r>
              <a:rPr lang="en-US" dirty="0"/>
              <a:t>T(n) = T(n-3) + 3</a:t>
            </a:r>
          </a:p>
          <a:p>
            <a:pPr marL="0" indent="0">
              <a:buNone/>
            </a:pPr>
            <a:r>
              <a:rPr lang="en-US" dirty="0"/>
              <a:t>Continue it for k times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T(n) = T(n-k) + k</a:t>
            </a:r>
            <a:r>
              <a:rPr lang="en-US" dirty="0"/>
              <a:t>  (how long we will do </a:t>
            </a:r>
            <a:r>
              <a:rPr lang="en-US" dirty="0" err="1"/>
              <a:t>this?Ans:When</a:t>
            </a:r>
            <a:r>
              <a:rPr lang="en-US" dirty="0"/>
              <a:t> we get a smaller value )</a:t>
            </a:r>
          </a:p>
          <a:p>
            <a:pPr marL="0" indent="0">
              <a:buNone/>
            </a:pPr>
            <a:r>
              <a:rPr lang="en-US" dirty="0"/>
              <a:t>Assume n-k = 0 so n=k put it in above equation</a:t>
            </a:r>
          </a:p>
          <a:p>
            <a:pPr marL="0" indent="0">
              <a:buNone/>
            </a:pPr>
            <a:r>
              <a:rPr lang="en-US" dirty="0"/>
              <a:t>T(n) = T(n-n) + n</a:t>
            </a:r>
          </a:p>
          <a:p>
            <a:pPr marL="0" indent="0">
              <a:buNone/>
            </a:pPr>
            <a:r>
              <a:rPr lang="en-US" dirty="0"/>
              <a:t>T(n) = T(0) + n </a:t>
            </a:r>
          </a:p>
          <a:p>
            <a:pPr marL="0" indent="0">
              <a:buNone/>
            </a:pPr>
            <a:r>
              <a:rPr lang="en-US" dirty="0"/>
              <a:t>T(n) = 1 + n  that is simply O(n)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6F6DD-686B-4883-AD4B-62F4F1E67AA7}"/>
              </a:ext>
            </a:extLst>
          </p:cNvPr>
          <p:cNvSpPr/>
          <p:nvPr/>
        </p:nvSpPr>
        <p:spPr>
          <a:xfrm>
            <a:off x="6471139" y="1690688"/>
            <a:ext cx="3587261" cy="21310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T(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) = T(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-1) + 1</a:t>
            </a:r>
          </a:p>
          <a:p>
            <a:pPr algn="ctr"/>
            <a:r>
              <a:rPr lang="en-US" dirty="0"/>
              <a:t>T(</a:t>
            </a:r>
            <a:r>
              <a:rPr lang="en-US" dirty="0">
                <a:solidFill>
                  <a:srgbClr val="FF0000"/>
                </a:solidFill>
              </a:rPr>
              <a:t>n-1</a:t>
            </a:r>
            <a:r>
              <a:rPr lang="en-US" dirty="0"/>
              <a:t>)= T(</a:t>
            </a:r>
            <a:r>
              <a:rPr lang="en-US" dirty="0">
                <a:solidFill>
                  <a:srgbClr val="FF0000"/>
                </a:solidFill>
              </a:rPr>
              <a:t>(n-1)</a:t>
            </a:r>
            <a:r>
              <a:rPr lang="en-US" dirty="0"/>
              <a:t> -1) + 1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T(n-1) = T(n-2) + 1</a:t>
            </a:r>
          </a:p>
          <a:p>
            <a:pPr algn="ctr"/>
            <a:r>
              <a:rPr lang="en-US" dirty="0"/>
              <a:t>T(n-2) = T(n-2 -1) + 1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T(n-2)  = T(n-3) + 1</a:t>
            </a:r>
          </a:p>
        </p:txBody>
      </p:sp>
    </p:spTree>
    <p:extLst>
      <p:ext uri="{BB962C8B-B14F-4D97-AF65-F5344CB8AC3E}">
        <p14:creationId xmlns:p14="http://schemas.microsoft.com/office/powerpoint/2010/main" val="300284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DF3C-D067-47E9-9AF6-226263BF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ACC6-9A80-4DBE-9744-369A9F8CC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Test(int n) 					T(n)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if(n&gt;0)					1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					(n+1)</a:t>
            </a:r>
          </a:p>
          <a:p>
            <a:pPr marL="0" indent="0">
              <a:buNone/>
            </a:pPr>
            <a:r>
              <a:rPr lang="en-US" dirty="0"/>
              <a:t>		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cout</a:t>
            </a:r>
            <a:r>
              <a:rPr lang="en-US" dirty="0"/>
              <a:t> &lt;&lt; n &lt;&lt; </a:t>
            </a:r>
            <a:r>
              <a:rPr lang="en-US" dirty="0" err="1"/>
              <a:t>endl</a:t>
            </a:r>
            <a:r>
              <a:rPr lang="en-US" dirty="0"/>
              <a:t>;			n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Test(n-1);			T(n-1)			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6811AB-D4B9-4F14-B868-60D993463D05}"/>
              </a:ext>
            </a:extLst>
          </p:cNvPr>
          <p:cNvCxnSpPr>
            <a:cxnSpLocks/>
          </p:cNvCxnSpPr>
          <p:nvPr/>
        </p:nvCxnSpPr>
        <p:spPr>
          <a:xfrm>
            <a:off x="3798277" y="1927274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C2263D-3656-4E86-A732-70C39290BFE5}"/>
              </a:ext>
            </a:extLst>
          </p:cNvPr>
          <p:cNvCxnSpPr>
            <a:cxnSpLocks/>
          </p:cNvCxnSpPr>
          <p:nvPr/>
        </p:nvCxnSpPr>
        <p:spPr>
          <a:xfrm>
            <a:off x="5078437" y="3426656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3916C9-2FA7-4D34-A70C-1284728C9218}"/>
              </a:ext>
            </a:extLst>
          </p:cNvPr>
          <p:cNvCxnSpPr>
            <a:cxnSpLocks/>
          </p:cNvCxnSpPr>
          <p:nvPr/>
        </p:nvCxnSpPr>
        <p:spPr>
          <a:xfrm>
            <a:off x="5763064" y="4117145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BB048F-50C4-414B-BC30-FABA1992C80B}"/>
              </a:ext>
            </a:extLst>
          </p:cNvPr>
          <p:cNvCxnSpPr>
            <a:cxnSpLocks/>
          </p:cNvCxnSpPr>
          <p:nvPr/>
        </p:nvCxnSpPr>
        <p:spPr>
          <a:xfrm>
            <a:off x="3950677" y="4790050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1B4A15-E50E-46C2-AFC1-BE2C4463092E}"/>
              </a:ext>
            </a:extLst>
          </p:cNvPr>
          <p:cNvCxnSpPr>
            <a:cxnSpLocks/>
          </p:cNvCxnSpPr>
          <p:nvPr/>
        </p:nvCxnSpPr>
        <p:spPr>
          <a:xfrm>
            <a:off x="3798277" y="2557976"/>
            <a:ext cx="22977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74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3898-81D1-4835-AFA4-A585FA6C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6F72-5A7F-4845-9DB0-DB780EAB0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T(n) = T(n-1) + 1+ n+1 + n = T(n-1) + 2n + 2</a:t>
            </a:r>
          </a:p>
          <a:p>
            <a:pPr marL="0" indent="0">
              <a:buNone/>
            </a:pPr>
            <a:r>
              <a:rPr lang="en-US" dirty="0"/>
              <a:t>T(0) =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By simplification it becomes</a:t>
            </a:r>
          </a:p>
          <a:p>
            <a:pPr marL="0" indent="0">
              <a:buNone/>
            </a:pPr>
            <a:r>
              <a:rPr lang="en-US" dirty="0"/>
              <a:t>T(n)  = T(n-1) + n when n&gt;0</a:t>
            </a:r>
          </a:p>
          <a:p>
            <a:pPr marL="0" indent="0">
              <a:buNone/>
            </a:pPr>
            <a:r>
              <a:rPr lang="en-US" dirty="0"/>
              <a:t>T(0) = 1 when n=0</a:t>
            </a:r>
          </a:p>
        </p:txBody>
      </p:sp>
    </p:spTree>
    <p:extLst>
      <p:ext uri="{BB962C8B-B14F-4D97-AF65-F5344CB8AC3E}">
        <p14:creationId xmlns:p14="http://schemas.microsoft.com/office/powerpoint/2010/main" val="3219477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68EE-CC1B-4DF4-9BDB-12824AE0F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Method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43D42-4A0B-4E49-8BE6-6D93FB066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T(n)  = T(n-1) + n	</a:t>
            </a:r>
            <a:r>
              <a:rPr lang="en-US" b="1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b="1" dirty="0"/>
              <a:t>T(0) = 1</a:t>
            </a:r>
          </a:p>
          <a:p>
            <a:pPr marL="0" indent="0">
              <a:buNone/>
            </a:pPr>
            <a:r>
              <a:rPr lang="en-US" dirty="0"/>
              <a:t>Substituting T(n-1) in 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b="1" dirty="0">
                <a:solidFill>
                  <a:srgbClr val="7030A0"/>
                </a:solidFill>
              </a:rPr>
              <a:t>[T(n-2) + (n-1)]</a:t>
            </a:r>
            <a:r>
              <a:rPr lang="en-US" b="1" dirty="0"/>
              <a:t> </a:t>
            </a:r>
            <a:r>
              <a:rPr lang="en-US" dirty="0"/>
              <a:t>+ n</a:t>
            </a:r>
          </a:p>
          <a:p>
            <a:pPr marL="0" indent="0">
              <a:buNone/>
            </a:pPr>
            <a:r>
              <a:rPr lang="en-US" dirty="0"/>
              <a:t>Substituting T(n-2)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b="1" dirty="0">
                <a:solidFill>
                  <a:srgbClr val="7030A0"/>
                </a:solidFill>
              </a:rPr>
              <a:t>[T(n-3) + (n-2)]</a:t>
            </a:r>
            <a:r>
              <a:rPr lang="en-US" b="1" dirty="0"/>
              <a:t> </a:t>
            </a:r>
            <a:r>
              <a:rPr lang="en-US" dirty="0"/>
              <a:t>+ (n-1) + n</a:t>
            </a:r>
          </a:p>
          <a:p>
            <a:pPr marL="0" indent="0">
              <a:buNone/>
            </a:pPr>
            <a:r>
              <a:rPr lang="en-US" dirty="0"/>
              <a:t>Continue for k times</a:t>
            </a:r>
          </a:p>
          <a:p>
            <a:pPr marL="0" indent="0">
              <a:buNone/>
            </a:pPr>
            <a:r>
              <a:rPr lang="en-US" dirty="0"/>
              <a:t>T(n) = </a:t>
            </a:r>
            <a:r>
              <a:rPr lang="en-US" dirty="0">
                <a:solidFill>
                  <a:srgbClr val="7030A0"/>
                </a:solidFill>
              </a:rPr>
              <a:t>T(n-k) +( n-(k-1) )</a:t>
            </a:r>
            <a:r>
              <a:rPr lang="en-US" dirty="0"/>
              <a:t> + </a:t>
            </a:r>
            <a:r>
              <a:rPr lang="en-US" dirty="0">
                <a:solidFill>
                  <a:srgbClr val="00B050"/>
                </a:solidFill>
              </a:rPr>
              <a:t>… </a:t>
            </a:r>
            <a:r>
              <a:rPr lang="en-US" dirty="0"/>
              <a:t>+ (n-1) + n</a:t>
            </a:r>
          </a:p>
          <a:p>
            <a:pPr marL="0" indent="0">
              <a:buNone/>
            </a:pPr>
            <a:r>
              <a:rPr lang="en-US" dirty="0"/>
              <a:t>Assume n-k = 0 so n=k then it becomes</a:t>
            </a:r>
          </a:p>
          <a:p>
            <a:pPr marL="0" indent="0">
              <a:buNone/>
            </a:pPr>
            <a:r>
              <a:rPr lang="en-US" dirty="0"/>
              <a:t>T(n) = T(n-n) + (n- (n-1)) + … + (n-1) + n</a:t>
            </a:r>
          </a:p>
          <a:p>
            <a:pPr marL="0" indent="0">
              <a:buNone/>
            </a:pPr>
            <a:r>
              <a:rPr lang="en-US" dirty="0"/>
              <a:t>T(n) = T(0) + </a:t>
            </a:r>
            <a:r>
              <a:rPr lang="en-US" dirty="0">
                <a:solidFill>
                  <a:srgbClr val="FF0000"/>
                </a:solidFill>
              </a:rPr>
              <a:t>1 + 2 + 3 +… + (n-1) + n  (sum of natural numbers)  n(n+1)/2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T(n) = 1 + n(n+1)/2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T(n) = 1 + (n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n)/2    so it is O(n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C56DA-6BED-4D7C-AA6F-139806FDE34F}"/>
              </a:ext>
            </a:extLst>
          </p:cNvPr>
          <p:cNvSpPr/>
          <p:nvPr/>
        </p:nvSpPr>
        <p:spPr>
          <a:xfrm>
            <a:off x="7174523" y="1981200"/>
            <a:ext cx="3716215" cy="22391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T(n)  = T(n-1) + n</a:t>
            </a:r>
          </a:p>
          <a:p>
            <a:pPr algn="ctr"/>
            <a:r>
              <a:rPr lang="en-US" dirty="0"/>
              <a:t>T(n-1) = T(n-1-1) + n-1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T(n-1) = T(n-2) + (n-1)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T(n-2) = T(</a:t>
            </a:r>
            <a:r>
              <a:rPr lang="en-US" dirty="0">
                <a:solidFill>
                  <a:srgbClr val="FF0000"/>
                </a:solidFill>
              </a:rPr>
              <a:t>n-2</a:t>
            </a:r>
            <a:r>
              <a:rPr lang="en-US" dirty="0">
                <a:solidFill>
                  <a:srgbClr val="7030A0"/>
                </a:solidFill>
              </a:rPr>
              <a:t> -1) + </a:t>
            </a:r>
            <a:r>
              <a:rPr lang="en-US" dirty="0">
                <a:solidFill>
                  <a:srgbClr val="FF0000"/>
                </a:solidFill>
              </a:rPr>
              <a:t>n-2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7714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C845-71DF-409F-A5B7-828D66655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61952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9992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898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Recurrence Relation</vt:lpstr>
      <vt:lpstr>Recurrence Relation</vt:lpstr>
      <vt:lpstr>How to build a recurrence relation of a recursive code?</vt:lpstr>
      <vt:lpstr> Display Counting (Tracing Tree or Recursive Tree)</vt:lpstr>
      <vt:lpstr>How to build a recurrence relation of a recursive code?</vt:lpstr>
      <vt:lpstr>How to build a recurrence relation of a recursive code?</vt:lpstr>
      <vt:lpstr>How to solve recurrence relation?</vt:lpstr>
      <vt:lpstr>Substitution Method (example 1)</vt:lpstr>
      <vt:lpstr>Example 2</vt:lpstr>
      <vt:lpstr>Recurrence Relation (2)</vt:lpstr>
      <vt:lpstr>Substitution Method Example 2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Relation</dc:title>
  <dc:creator>Mariha</dc:creator>
  <cp:lastModifiedBy>Mariha Asad</cp:lastModifiedBy>
  <cp:revision>36</cp:revision>
  <dcterms:created xsi:type="dcterms:W3CDTF">2020-12-01T00:23:56Z</dcterms:created>
  <dcterms:modified xsi:type="dcterms:W3CDTF">2021-11-18T07:22:59Z</dcterms:modified>
</cp:coreProperties>
</file>